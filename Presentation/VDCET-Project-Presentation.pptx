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VDCET Official Website with AI-Powered RAG Knowledge Assistant</a:t>
            </a:r>
          </a:p>
          <a:p>
            <a:pPr>
              <a:spcBef>
                <a:spcPts val="600"/>
              </a:spcBef>
              <a:defRPr sz="1600">
                <a:solidFill>
                  <a:srgbClr val="F59E0B"/>
                </a:solidFill>
                <a:latin typeface="Arial"/>
              </a:defRPr>
            </a:pPr>
            <a:r>
              <a:t>Final-Year B.Tech Computer Engineering Project Presentation (2026–2027)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Student Lead: Suraj Gajanan Pathade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Team Members: Suraj Gajanan Pathade, Rohit Shirbhate, Khushal Hajare, Harshal Kalbhut, Sanket Nasare, Tejas Sawargaokar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Project Guide: Rohini Ma’am | Department of Computer Engineering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Institution: Vilasrao Deshmukh College of Engineering &amp; Technology, Mouda (DTE Code: 04141)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Affiliated University: Dr. Babasaheb Ambedkar Technological University (DBATU), Lonere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1. Introduction &amp; Institutional Profile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Vilasrao Deshmukh College of Engineering &amp; Technology (VDCET), Mouda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Approved by AICTE, New Delhi &amp; Directorate of Technical Education (DTE), Maharashtra.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Official DTE Institute Code: 04141 (Used for CAP Allotment Rounds).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Offers B.Tech programs in Computer Engineering, AI &amp; Data Science, Civil, and Mechanical Engineering.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Project Goal: Build a minimal, Apple-style web portal + grounded RAG AI assistant + hidden CMS.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Practical Impact: Designed as a production-ready digital gift to VDCET.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2. Problem Statement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Challenges with Traditional Institutional Web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Visual &amp; Information Clutter: Traditional Indian college sites display unorganized banners and redundant links.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Poor Mobile Usability: Slow load times and broken layouts on mobile networks.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No Conversational Assistance: Prospective CAP candidates must read multiple pages to locate specific facts.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AI Hallucination Risk: Generic chatbots frequently generate fake fees, dates, or faculty stats.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Complex Administration: Lack of a simple, secure CMS for non-technical staff to publish notices.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3. Existing System vs. Proposed System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Architectural Shift Towards Grounded Conversational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Existing System: Static legacy pages, crowded navigation, manual phone/office query handling.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Proposed System: Apple-inspired layout, mobile-first performance, zero public login clutter.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Grounded RAG AI Assistant: Answers strictly from official VDCET knowledge base chunks.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Source Attribution: Displays verified source badges beneath answers.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Hidden CMS (/admin): Protected by HTTP-only JWT session cookies.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4. Project Objectives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Target Technical &amp; Operational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1. Develop a minimal, mobile-first Apple-style web platform for VDCET Mouda.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2. Implement a RAG AI Knowledge Assistant grounded in verified VDCET facts.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3. Ensure zero false data generation via strict fallback messages when knowledge is missing.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4. Build a hidden administrative CMS at secret route /admin.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5. Donate the complete, fully-tested project package to VDCET.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5. System Architecture</a:t>
            </a:r>
          </a:p>
          <a:p>
            <a:pPr>
              <a:spcBef>
                <a:spcPts val="600"/>
              </a:spcBef>
              <a:defRPr sz="1600">
                <a:solidFill>
                  <a:srgbClr val="F59E0B"/>
                </a:solidFill>
                <a:latin typeface="Arial"/>
              </a:defRPr>
            </a:pPr>
            <a:r>
              <a:t>End-to-End Modular Layer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Client Layer: Mobile &amp; Desktop Web Browsers (Public Visitors &amp; Admin).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Frontend Framework: Next.js 14 App Router + TypeScript + Tailwind CSS.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API Layer: Next.js API Routes (/api/public/notices, /api/ai-chat, /api/admin/*).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Intelligence Engine: RAG Vector Scorer + Groq Llama-3-8B-Instant LLM.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Database Layer: Modular Data Access Repository (vdcet-db.json / SQLite).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6. Technology Stack Overview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Modern Open-Source Technical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Frontend &amp; Server-side: Next.js 14, React 18, TypeScript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Styling &amp; UI: Tailwind CSS + Glassmorphism Utilities + Lucide React Icons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Database Repository: Modular File Database (vdcet-db.json) / SQLite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AI RAG Engine: Groq SDK (groq-sdk) Llama-3 + TF-IDF Keyword Matcher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Security &amp; Auth: JSON Web Tokens (jsonwebtoken) + HTTP-only Cookies + Bcrypt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7. RAG Knowledge Retrieval Pipeline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Deterministic Grounding &amp; Anti-Hallucination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Step 1: Visitor submits question on /ai-assistant interface.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Step 2: Engine calculates TF-IDF relevance scores against knowledge base chunks.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Step 3: If no chunk matches (score = 0), returns official fallback notification.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Step 4: Top matching chunks injected into grounded LLM system prompt.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Step 5: Generated answer displayed alongside official source attribution badges.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8. Public Website Structure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8 Core Homepage Sections &amp; Focused Navigation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Public Routes: /, /about, /academics, /admissions, /campus, /notices, /contact, /ai-assistant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Homepage Sequence: Hero -&gt; Programs -&gt; About -&gt; Latest Notices -&gt; Campus -&gt; AI -&gt; Contact -&gt; Footer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Hero Banner: DTE Code 04141 badge, title, subtitle, and campus photography.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Footer Credit: Subtly displays 'Made by Developer Suraj' at bottom.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No Public Login: Zero user registration or ERP overhead.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9. Academic B.Tech Programs (DTE: 04141)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Four Specialized 4-Year Engineering Branches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Computer Engineering (CSE): Software development, web architecture, algorithms.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Artificial Intelligence &amp; Data Science (AI &amp; DS): Machine learning, analytics, neural networks.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Civil Engineering (CIVIL): Structural design, surveying, hydraulics, material testing.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Mechanical Engineering (MECH): Thermodynamics, CAD/CAM modeling, industrial manufacturing.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All programs approved by DTE Maharashtra &amp; AICTE, New Delhi.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10. Admissions &amp; CAP Process Guide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Clear Guidelines for Maharashtra State Allotment Candidates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DTE Allotment Code: Use Institute Code 04141 during CAP option form entry.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Eligibility: 10+2 / HSC with PCM subjects + valid MHT-CET or JEE Main score.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Step-by-Step CAP Guide: 1. CET Score -&gt; 2. Option Form (04141) -&gt; 3. Document Verification.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Required Documents: HSC/SSC Marksheets, Allotment Letter, TC, Caste/Validity/Income certificates.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Official Portal Link: Direct access to State CET Cell Maharashtra portal.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11. Database Design &amp; ER Diagram</a:t>
            </a:r>
          </a:p>
          <a:p>
            <a:pPr>
              <a:spcBef>
                <a:spcPts val="600"/>
              </a:spcBef>
              <a:defRPr sz="1600">
                <a:solidFill>
                  <a:srgbClr val="F59E0B"/>
                </a:solidFill>
                <a:latin typeface="Arial"/>
              </a:defRPr>
            </a:pPr>
            <a:r>
              <a:t>Modular Entity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Notices Entity: id, title, category, content, pdf_url, status, date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Events Entity: id, title, date, location, description, image_url, status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Documents Entity: id, title, category, file_url, file_size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Knowledge Base Entity: id, title, content, source_name, category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Website Content Entity: key, value, updated_at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Status Support: Draft | Published | Archived controls.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12. Hidden Admin CMS (/admin)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Isolated Administrative Management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Secret Route: /admin (Zero links or buttons on public website).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Authentication: Password validation issuing HTTP-only JWT cookies.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Management Tabs: Notices, Events, Documents, AI Knowledge Base, Website Content/Contacts.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Status Controls: Draft, Published, Archived editorial controls.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Strict Scope: No ERP, fees, payroll, or student portal complexity.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13. AI Assistant Query Demonstration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Grounded Answers vs. Unfound Query Fallbacks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Valid Query: 'What departments are available?'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-&gt; Answer: Lists CSE, AI&amp;DS, Civil, Mech + Source Badge [Source: DTE Approved List].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Unfound Query: 'Who is president of Mars?'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-&gt; Fallback Response: 'I couldn't find this information in the official VDCET knowledge base. Please contact the college office.'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Grounding Guarantee: Zero hallucinated fees, dates, or rankings.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14. Empirical System Test Matrix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All 17 Systematic Test Cases Executed &amp; Verified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TypeScript Typecheck: npx tsc --noEmit -&gt; 0 Errors (PASS)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Production Build: npm run build -&gt; Compiled Successfully (PASS)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Public Routes: GET /, /about, /academics, /admissions, /campus, /notices, /contact -&gt; 200 OK (PASS)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Admin Security: Access /admin -&gt; Renders Login Card; Invalid Password -&gt; 401 Unauthorized (PASS)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RAG AI Query &amp; Fallback: Valid query returns sources; Unfound query returns fallback (PASS)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15. Security &amp; Privacy Architecture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Protecting System Data &amp; Administrative Routes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Hidden Route: /admin hidden from public navigation and search engines.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Protected API Endpoints: All /api/admin/* routes verify JWT session cookies.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Secret Management: API keys and secrets stored server-side in .env.local.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XSS &amp; Injection Safeguards: Strict React string escaping and sanitized inputs.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1D1F"/>
                </a:solidFill>
                <a:latin typeface="Arial"/>
              </a:defRPr>
            </a:pPr>
            <a:r>
              <a:t>16. Future Scope &amp; Enhancements</a:t>
            </a:r>
          </a:p>
          <a:p>
            <a:pPr>
              <a:spcBef>
                <a:spcPts val="600"/>
              </a:spcBef>
              <a:defRPr sz="1600">
                <a:solidFill>
                  <a:srgbClr val="0066CC"/>
                </a:solidFill>
                <a:latin typeface="Arial"/>
              </a:defRPr>
            </a:pPr>
            <a:r>
              <a:t>Potential Roadmap for Next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Multilingual AI Assistant: Regional language support (Marathi &amp; Hindi queries).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Voice Assistant: Integrated speech-to-text input for AI chat.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Automated Document OCR: Direct PDF circular ingestion into the RAG knowledge base.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 Cloud Database Migration: Seamless transition to Supabase / PostgreSQL.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17. Conclusion &amp; Acknowledgements</a:t>
            </a:r>
          </a:p>
          <a:p>
            <a:pPr>
              <a:spcBef>
                <a:spcPts val="600"/>
              </a:spcBef>
              <a:defRPr sz="1600">
                <a:solidFill>
                  <a:srgbClr val="F59E0B"/>
                </a:solidFill>
                <a:latin typeface="Arial"/>
              </a:defRPr>
            </a:pPr>
            <a:r>
              <a:t>Project Completion &amp; Contribution to VDCET Mouda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Successfully built an Apple-style web portal, RAG AI assistant, and hidden CMS.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Tested with 100% verified results across all functional requirements.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Ready for official deployment and donation to VDCET Mouda.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Thank you to Project Guide Rohini Ma’am, HOD, and Computer Engineering Faculty!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•  Questions &amp; Viva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